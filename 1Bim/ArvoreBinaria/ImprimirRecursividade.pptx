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4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357BD-963E-6AB6-B4D9-D4ACD7206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E92F7C-9A91-CE3C-E5BE-5A3197BC7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4B3705-5352-42B1-7FEE-DBA6EF32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535F2-1644-AFD4-3291-33EF5BD0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CFD89-31AF-152B-6A15-99CF5C34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91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59EC9-59B2-A8C7-8752-22AA7367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19DA26-FAE4-F812-68B9-AB2CF3465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B0CB21-9CB4-B431-AFB8-D8429B51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B1283C-1BAD-63FC-DEB7-86A97222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30913F-E78E-6C09-F6EC-424DF60E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93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46D68-3D8A-C6F4-00B6-223C320D0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299A63-9820-E0EF-D628-C7CFE6086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410CC6-C5A8-6CFC-F47A-18FF494E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AFD062-8AD6-D359-B9DC-911CDEA7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F7C8FE-7FF3-7751-C122-C8F34684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07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FCA4D-A1D6-6D00-B2DC-5E91D9D1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D617D-B6CB-C2EA-7064-89D7EAC74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9AC615-68F6-6986-670B-4EE8DDD4E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C4B143-7BED-BE8B-25DF-F309DEBA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FB4B66-D783-DAB7-EA48-4F431137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07A1A6-EAD3-9267-6FAC-B35BB2A2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43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0629B-2A07-B9A0-C44F-75BE90CB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DAB478-AFBF-FDDC-9D27-03A54F991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4EDB7D-A8A7-8A4A-6536-2CAA4BF1F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4E2C7B-BF06-F42A-4F5D-A3724F066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DCF5F5-FD88-940C-8D1D-4D1768958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6B6F2A-0947-A4AC-5DD0-1E429CA8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BE8A6B-D126-34EF-4B95-6EB0EA22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61FD43-43E1-213C-745A-9FF15CD4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96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50277-39A8-9FD3-9018-1E5C2B25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D76263-8791-997E-F8FA-17353ADB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441670-9B35-77E9-961E-7D9DD393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876B0D-4899-B42A-C7E5-60780557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97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2BAE14-3F7A-016C-33AD-D2E844FF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2D7275-65F6-425F-963F-18B1C0EC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CEA9A2-0E8A-6628-F216-E626288F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90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A267A-241C-7A7C-2FCB-AC508A68B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E13483-C953-871F-66B7-ACA351A8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31D86F-546F-378C-E768-75D09533A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7FAD6C-3FEB-6690-E017-B5FC63E8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948906-E92D-1222-B81E-DEF07772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C45BB5-FD04-CAA7-935D-42AD69EF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14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53987-860C-0E92-632E-F28D6B85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2CC73B-02B3-B59E-B148-DC8A6423F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524DDF-B9ED-4821-0FF0-615D0CCBA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26E95C-D186-4967-622C-C03C281C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1DDE5E-8C64-79E1-3B1A-18A50883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70FE04-EEBA-D51F-E1FB-B13EF717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96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79CAC-4024-D1A0-9861-671A9E08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0ED24C-C264-6412-EA54-FC982974C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E9153-BB06-BF47-9BAC-03A51F8B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6CC439-BD4F-700C-0793-BD35A3F8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4BD78-0A1B-E3CE-ABEE-81234587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8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DF3247-F8BA-2BCA-B233-BE273D7F9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46813C-05EF-6DD7-D482-7A0FD507C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158106-36E1-7B59-9F93-F956DD66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AF49B-77CA-0C0A-63EB-57BB689C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C408B-FCA8-B8F2-E16C-7C893CC3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22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B66C192-6801-9802-B603-D1F6DC39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C72EC7-F7DD-2544-2F18-4181AAB6F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14BFF-D220-A910-74DB-898CA4CA9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798BC-499C-492A-8EAA-83C78934F5E1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29293D-E2BB-2900-AABB-220B197FB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5767DC-4942-7235-05AA-2AC338320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466DB-685B-4A6A-B4F9-9D2AA41FB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48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8DB2205-7E9B-DAD3-05B1-5954195C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453" y="1391264"/>
            <a:ext cx="5653547" cy="35297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92A4BE1-1696-779E-C8E5-3BD896D0D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6" y="1199817"/>
            <a:ext cx="6084144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4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AF16A-0C12-EC48-6579-6F08888F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B493EFB-65B3-FD3E-8616-DAA51B1F51E1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BEE3DD-0BED-AE04-BA78-B1840626C5A3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798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7CDE-330B-39BB-5562-E71FF321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A20B334E-CC91-9C77-78F0-4AE3BE13EAD4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9EAFAE-0C27-59BE-4814-7B0B987040A9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076A126-2FA7-B24C-2969-46375A135DE2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0B2E03-E363-1CBA-D5B6-EDAD09CABC16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3158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3B3C-CCD1-D01F-DF51-E205FFA7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91218DAC-0C81-5D42-B675-20F4F4181EB6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5EA1AA0-7D36-C2B4-2F9A-6C232A50BBA1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5B8033C-7D5C-AD58-3A20-DDF0DC02A6BF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5CADEE9-869F-E127-CBD4-F3028A2256E0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5861897-9E77-0BB6-4CD8-4A3C4F476A74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8F7CAD1-6A62-FFBC-241C-4F6C3CE82F2D}"/>
              </a:ext>
            </a:extLst>
          </p:cNvPr>
          <p:cNvSpPr txBox="1"/>
          <p:nvPr/>
        </p:nvSpPr>
        <p:spPr>
          <a:xfrm>
            <a:off x="4753110" y="440485"/>
            <a:ext cx="134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8388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A9D3-12AC-FE65-50A6-3C81C9DA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FE1DB68-8ECC-801A-FDF5-37B71B68E7A0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F4664D4-0110-0D3A-1B81-7DCC59CD4B34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EED87E3-4D6B-EBB4-E1DD-88AB4EB21C57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CF5EC3-D376-32DB-DADE-A5FC54C5D400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CFFF72A-1391-8255-B775-AE86A3D93B2A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686FFF-3763-3D24-6FDE-EB9749DC81D4}"/>
              </a:ext>
            </a:extLst>
          </p:cNvPr>
          <p:cNvSpPr txBox="1"/>
          <p:nvPr/>
        </p:nvSpPr>
        <p:spPr>
          <a:xfrm>
            <a:off x="4753110" y="440485"/>
            <a:ext cx="35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21A096F-5C0C-9D8E-63AF-9496B5F7F8A4}"/>
              </a:ext>
            </a:extLst>
          </p:cNvPr>
          <p:cNvSpPr/>
          <p:nvPr/>
        </p:nvSpPr>
        <p:spPr>
          <a:xfrm>
            <a:off x="6096000" y="312861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  <a:endParaRPr lang="pt-BR" sz="11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5F5DE7-23FD-7F2A-82E7-BC7C88366C6B}"/>
              </a:ext>
            </a:extLst>
          </p:cNvPr>
          <p:cNvSpPr txBox="1"/>
          <p:nvPr/>
        </p:nvSpPr>
        <p:spPr>
          <a:xfrm>
            <a:off x="6577584" y="5014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73901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3F501-E79E-5B3B-892B-F65E58BF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858171D4-CC67-D3D4-64A3-28131C784F08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A9EF589-5032-050B-D665-B0894CDF8244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61E373C-EF86-EC94-9E6B-3E918DB53343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8DF245-A5FF-4DF7-80EE-8AEA2F253993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A6476BF-8856-71F6-AE70-AE70477A1AE0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8B5AA6-ABB7-07E3-9231-DF2155F07EC9}"/>
              </a:ext>
            </a:extLst>
          </p:cNvPr>
          <p:cNvSpPr txBox="1"/>
          <p:nvPr/>
        </p:nvSpPr>
        <p:spPr>
          <a:xfrm>
            <a:off x="4753110" y="440485"/>
            <a:ext cx="35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F5F608-74A8-3DB9-900B-84B2EE8E055F}"/>
              </a:ext>
            </a:extLst>
          </p:cNvPr>
          <p:cNvSpPr txBox="1"/>
          <p:nvPr/>
        </p:nvSpPr>
        <p:spPr>
          <a:xfrm>
            <a:off x="127820" y="3429000"/>
            <a:ext cx="1052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</p:txBody>
      </p:sp>
    </p:spTree>
    <p:extLst>
      <p:ext uri="{BB962C8B-B14F-4D97-AF65-F5344CB8AC3E}">
        <p14:creationId xmlns:p14="http://schemas.microsoft.com/office/powerpoint/2010/main" val="57153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5FDB1-6B1B-B728-E8C5-7954CC03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9C7591D-8D00-5691-4B52-8BBE9AA99306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94C8C5A-3AB7-64D4-9457-039E2F6F456B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72865AF-D63E-4DBD-83F4-A52B356D80CA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B0FCB7-536A-904D-D8BB-E2E5898347B8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9340E87-3384-849A-605A-B38C47B99689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63333E-D3D0-20D2-B52A-75FE855C4FB2}"/>
              </a:ext>
            </a:extLst>
          </p:cNvPr>
          <p:cNvSpPr txBox="1"/>
          <p:nvPr/>
        </p:nvSpPr>
        <p:spPr>
          <a:xfrm>
            <a:off x="4753110" y="440485"/>
            <a:ext cx="35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F4776D-2DBE-920A-FCEE-6CFA7DC143A0}"/>
              </a:ext>
            </a:extLst>
          </p:cNvPr>
          <p:cNvSpPr txBox="1"/>
          <p:nvPr/>
        </p:nvSpPr>
        <p:spPr>
          <a:xfrm>
            <a:off x="127820" y="3429000"/>
            <a:ext cx="1052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B3CB69B-BB4B-7014-9EFB-DDCB936A07D9}"/>
              </a:ext>
            </a:extLst>
          </p:cNvPr>
          <p:cNvSpPr/>
          <p:nvPr/>
        </p:nvSpPr>
        <p:spPr>
          <a:xfrm>
            <a:off x="6223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47EF80-AA06-BAE5-78A3-9AC57F90C6BF}"/>
              </a:ext>
            </a:extLst>
          </p:cNvPr>
          <p:cNvSpPr txBox="1"/>
          <p:nvPr/>
        </p:nvSpPr>
        <p:spPr>
          <a:xfrm>
            <a:off x="6577584" y="5014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610542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3249-DA6E-AE80-D9A3-CEB221B8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83D938B-655A-563B-7EE8-0751503321B0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CF2297C-DB19-74DF-A224-A36478C26C32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79A6A1B-F384-DB0C-CCD7-6915A6B99754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3F958A-D847-408E-B020-1568693DA786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82151C0-5104-644D-329D-5F544682C9C2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05AAD9-19B6-40B1-7572-0AC0DE0BC2A5}"/>
              </a:ext>
            </a:extLst>
          </p:cNvPr>
          <p:cNvSpPr txBox="1"/>
          <p:nvPr/>
        </p:nvSpPr>
        <p:spPr>
          <a:xfrm>
            <a:off x="4753110" y="440485"/>
            <a:ext cx="35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15A6072-FFB0-633D-704A-9975517226E6}"/>
              </a:ext>
            </a:extLst>
          </p:cNvPr>
          <p:cNvSpPr txBox="1"/>
          <p:nvPr/>
        </p:nvSpPr>
        <p:spPr>
          <a:xfrm>
            <a:off x="127820" y="3429000"/>
            <a:ext cx="1052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1C49C4-969E-CEF5-A664-82D78F3788CB}"/>
              </a:ext>
            </a:extLst>
          </p:cNvPr>
          <p:cNvSpPr txBox="1"/>
          <p:nvPr/>
        </p:nvSpPr>
        <p:spPr>
          <a:xfrm>
            <a:off x="4720860" y="1833728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5157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B325-3ABA-5332-BD70-C0408291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9F6A738-09D3-E717-5E23-89B24AE109A3}"/>
              </a:ext>
            </a:extLst>
          </p:cNvPr>
          <p:cNvSpPr/>
          <p:nvPr/>
        </p:nvSpPr>
        <p:spPr>
          <a:xfrm>
            <a:off x="134384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B88D7E-DF9B-6B4F-E1D3-EF2ED8544822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614305F-4F52-A656-63B3-29BE7C4069D1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  <a:endParaRPr lang="pt-BR" sz="11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C6083BA-08D4-23A6-18F7-B20D8817140E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A6C8B48-551E-91CA-200E-36163D0E284C}"/>
              </a:ext>
            </a:extLst>
          </p:cNvPr>
          <p:cNvSpPr txBox="1"/>
          <p:nvPr/>
        </p:nvSpPr>
        <p:spPr>
          <a:xfrm>
            <a:off x="127820" y="2782669"/>
            <a:ext cx="1052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</p:txBody>
      </p:sp>
    </p:spTree>
    <p:extLst>
      <p:ext uri="{BB962C8B-B14F-4D97-AF65-F5344CB8AC3E}">
        <p14:creationId xmlns:p14="http://schemas.microsoft.com/office/powerpoint/2010/main" val="299579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15F8-A00B-35D9-FEC3-1849B92D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E931DD2-CA63-8A95-DD6C-F49391683BA8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CDAC10D-E4D7-D04F-1EEC-D990E1113551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18163D7-795C-3624-BE6A-56523B1E83B9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0AE8E6-8BCB-6BD5-0B8B-8465972F7E32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50AECC-0603-C722-EAC4-10A7388D0FEB}"/>
              </a:ext>
            </a:extLst>
          </p:cNvPr>
          <p:cNvSpPr txBox="1"/>
          <p:nvPr/>
        </p:nvSpPr>
        <p:spPr>
          <a:xfrm>
            <a:off x="127820" y="2782669"/>
            <a:ext cx="1052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3A228F0-DC6D-495C-2BEA-74865BADA701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83849E-BB36-1F88-0D24-062491B64DB0}"/>
              </a:ext>
            </a:extLst>
          </p:cNvPr>
          <p:cNvSpPr txBox="1"/>
          <p:nvPr/>
        </p:nvSpPr>
        <p:spPr>
          <a:xfrm>
            <a:off x="4692150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8587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379E-0FFC-8D4B-5489-B7D39CD6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29ED4A83-70FE-D143-DEDB-E88150DD9DAA}"/>
              </a:ext>
            </a:extLst>
          </p:cNvPr>
          <p:cNvSpPr/>
          <p:nvPr/>
        </p:nvSpPr>
        <p:spPr>
          <a:xfrm>
            <a:off x="6223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E4D1D6A-FC6A-946E-8DAE-76D208135169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73AE35-09BB-9D71-998C-2B0165580759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1F01E1F-57FB-545A-ADEF-2981ADE9E4C2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537DE9-5F54-B3EC-9A52-78D6A73985BC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674FF0-6182-706B-FE12-59A2E55DA663}"/>
              </a:ext>
            </a:extLst>
          </p:cNvPr>
          <p:cNvSpPr txBox="1"/>
          <p:nvPr/>
        </p:nvSpPr>
        <p:spPr>
          <a:xfrm>
            <a:off x="127820" y="2782669"/>
            <a:ext cx="1052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A6817B4-8A4A-0534-45F9-1D738E99C2AA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89A7E0-E336-7F0F-5563-41AA69CAA0B5}"/>
              </a:ext>
            </a:extLst>
          </p:cNvPr>
          <p:cNvSpPr txBox="1"/>
          <p:nvPr/>
        </p:nvSpPr>
        <p:spPr>
          <a:xfrm>
            <a:off x="4692150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3CF872-85CD-A548-7E44-D55A88597795}"/>
              </a:ext>
            </a:extLst>
          </p:cNvPr>
          <p:cNvSpPr txBox="1"/>
          <p:nvPr/>
        </p:nvSpPr>
        <p:spPr>
          <a:xfrm>
            <a:off x="6577584" y="5014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2088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99B3-9670-D029-657B-F7CB3356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2EACCA65-5C62-E072-B0B7-4C0709E19738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0F968EE-73E2-CEFA-6D2A-43776A71455F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F9062B8-EC93-769A-FFCA-9A1B24924E74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52F6BF-5D90-A861-9449-10E2F2820567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1F7DCF-E754-1920-071D-8ACDAD0C695D}"/>
              </a:ext>
            </a:extLst>
          </p:cNvPr>
          <p:cNvSpPr txBox="1"/>
          <p:nvPr/>
        </p:nvSpPr>
        <p:spPr>
          <a:xfrm>
            <a:off x="127820" y="2782669"/>
            <a:ext cx="1052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C2067AE-E615-2C9C-CFCA-284F34034763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3D99F2-F828-E046-33FD-40B739669607}"/>
              </a:ext>
            </a:extLst>
          </p:cNvPr>
          <p:cNvSpPr txBox="1"/>
          <p:nvPr/>
        </p:nvSpPr>
        <p:spPr>
          <a:xfrm>
            <a:off x="4692150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9204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7807-3C28-C18C-EEE9-93752201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F2661BDD-071A-9D32-6C09-985E0CCAA51A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EC26E8-FFD3-9DFC-3498-DD30A86FD8C0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501EE2D-3043-B22D-7EB1-173143707B1D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EB5BA3-CCD7-77B5-0ABA-8C9D6F94EB2B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94BF6C-D912-4E4F-972F-FBD5A0194B19}"/>
              </a:ext>
            </a:extLst>
          </p:cNvPr>
          <p:cNvSpPr txBox="1"/>
          <p:nvPr/>
        </p:nvSpPr>
        <p:spPr>
          <a:xfrm>
            <a:off x="127820" y="2782669"/>
            <a:ext cx="1052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D0A1A21-8931-CC86-32B1-F9C9A54C2375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DB30EE-A17C-357E-405F-C87C1F0980B1}"/>
              </a:ext>
            </a:extLst>
          </p:cNvPr>
          <p:cNvSpPr txBox="1"/>
          <p:nvPr/>
        </p:nvSpPr>
        <p:spPr>
          <a:xfrm>
            <a:off x="4692150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5D69012-B14C-5642-9248-4BA0CAF462AA}"/>
              </a:ext>
            </a:extLst>
          </p:cNvPr>
          <p:cNvSpPr/>
          <p:nvPr/>
        </p:nvSpPr>
        <p:spPr>
          <a:xfrm>
            <a:off x="6223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ED972D-6488-F701-F5D1-5F2DAF7AFFFF}"/>
              </a:ext>
            </a:extLst>
          </p:cNvPr>
          <p:cNvSpPr txBox="1"/>
          <p:nvPr/>
        </p:nvSpPr>
        <p:spPr>
          <a:xfrm>
            <a:off x="6577584" y="5014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29920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9358-089A-C5A4-B7F1-BAA2881B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FA51EC5F-BF08-4018-A659-57289F02CC4E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3E3C3A-4CFD-0909-9F90-612957B9208E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C970BF4-BDE2-E77F-1FEE-EB875B725B4B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459EC6-CDF5-1201-5C53-BCEF02A8DF1A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CA8C8C-BA98-6DAB-FDEF-7903ABDED1DC}"/>
              </a:ext>
            </a:extLst>
          </p:cNvPr>
          <p:cNvSpPr txBox="1"/>
          <p:nvPr/>
        </p:nvSpPr>
        <p:spPr>
          <a:xfrm>
            <a:off x="127820" y="2782669"/>
            <a:ext cx="1052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9517A5C-3B0B-084A-9CF9-14DAA03C988D}"/>
              </a:ext>
            </a:extLst>
          </p:cNvPr>
          <p:cNvSpPr/>
          <p:nvPr/>
        </p:nvSpPr>
        <p:spPr>
          <a:xfrm>
            <a:off x="415118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51449D-328B-56B7-9386-DA6F127055DC}"/>
              </a:ext>
            </a:extLst>
          </p:cNvPr>
          <p:cNvSpPr txBox="1"/>
          <p:nvPr/>
        </p:nvSpPr>
        <p:spPr>
          <a:xfrm>
            <a:off x="4692150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5F35C9-1F9F-E6A0-3553-F7D6D130DADA}"/>
              </a:ext>
            </a:extLst>
          </p:cNvPr>
          <p:cNvSpPr txBox="1"/>
          <p:nvPr/>
        </p:nvSpPr>
        <p:spPr>
          <a:xfrm>
            <a:off x="4720860" y="1833728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09764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DE11-D591-773A-ED44-E443AAF7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630C720-BE2D-9553-985B-712E4BCEE2C8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EC3701-DBB1-D965-F15C-86FCD4D0CDA8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69C0D92-2941-919C-7666-88A2CD54B276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A5E8A1-3B6A-3527-BCE0-A2D1673632B7}"/>
              </a:ext>
            </a:extLst>
          </p:cNvPr>
          <p:cNvSpPr txBox="1"/>
          <p:nvPr/>
        </p:nvSpPr>
        <p:spPr>
          <a:xfrm>
            <a:off x="2814582" y="501445"/>
            <a:ext cx="5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63CBB9F-D04F-13A9-3911-B4C1CD2120F8}"/>
              </a:ext>
            </a:extLst>
          </p:cNvPr>
          <p:cNvSpPr txBox="1"/>
          <p:nvPr/>
        </p:nvSpPr>
        <p:spPr>
          <a:xfrm>
            <a:off x="127820" y="2782669"/>
            <a:ext cx="1052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18EA85-B186-8817-1035-12EE066C5AE3}"/>
              </a:ext>
            </a:extLst>
          </p:cNvPr>
          <p:cNvSpPr txBox="1"/>
          <p:nvPr/>
        </p:nvSpPr>
        <p:spPr>
          <a:xfrm>
            <a:off x="2675554" y="1839824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070007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332D-C97D-0A24-E9E0-B49CE768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7CAEF34-E737-542D-62B7-D029F9C1ADDF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370097-24A4-2A9A-5243-7D2FC37F75D3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17AAAD-CAD9-30FE-A048-13C8D73245E8}"/>
              </a:ext>
            </a:extLst>
          </p:cNvPr>
          <p:cNvSpPr txBox="1"/>
          <p:nvPr/>
        </p:nvSpPr>
        <p:spPr>
          <a:xfrm>
            <a:off x="127820" y="2782669"/>
            <a:ext cx="1052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</p:txBody>
      </p:sp>
    </p:spTree>
    <p:extLst>
      <p:ext uri="{BB962C8B-B14F-4D97-AF65-F5344CB8AC3E}">
        <p14:creationId xmlns:p14="http://schemas.microsoft.com/office/powerpoint/2010/main" val="855313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E5D5-0045-3EAA-56B4-54767D41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F9EC1C4D-BF65-A94E-2C31-1E32ECF71625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22FA51-6915-D5A7-9E5D-25BA3A7D0462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937DF7-5E75-6B2D-06B9-559E895C6050}"/>
              </a:ext>
            </a:extLst>
          </p:cNvPr>
          <p:cNvSpPr txBox="1"/>
          <p:nvPr/>
        </p:nvSpPr>
        <p:spPr>
          <a:xfrm>
            <a:off x="127820" y="2782669"/>
            <a:ext cx="1052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6EA182B-B99A-ADC8-7E0C-870AE89284C7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3875AA-2DAC-D77A-BFE2-321220D3076F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5051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A886-C790-5E69-7A16-68E1D2B4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E99C5CE-03AE-1AEE-65EA-1DD2B54B0711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9AB3AB-B3A4-5272-DC8A-11F4BAD54D3E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28B7001-3021-B538-01E5-90750DC3EFCB}"/>
              </a:ext>
            </a:extLst>
          </p:cNvPr>
          <p:cNvSpPr txBox="1"/>
          <p:nvPr/>
        </p:nvSpPr>
        <p:spPr>
          <a:xfrm>
            <a:off x="127820" y="2782669"/>
            <a:ext cx="1052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B784C94-CFA9-4D94-5DBB-741EBBB90DA0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5D2C24-F0D1-E965-C700-7B051C50D647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AB2BB62-D6A5-4935-1985-A120BFA604AC}"/>
              </a:ext>
            </a:extLst>
          </p:cNvPr>
          <p:cNvSpPr/>
          <p:nvPr/>
        </p:nvSpPr>
        <p:spPr>
          <a:xfrm>
            <a:off x="4240259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D4E31F-E1BD-B035-D150-5C6AE2EBB104}"/>
              </a:ext>
            </a:extLst>
          </p:cNvPr>
          <p:cNvSpPr txBox="1"/>
          <p:nvPr/>
        </p:nvSpPr>
        <p:spPr>
          <a:xfrm flipH="1">
            <a:off x="4807551" y="675492"/>
            <a:ext cx="88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62437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B019F-1AF4-7B6D-3998-18ECC761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650316D-0E25-4991-01C8-E282C5456EB3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8AFC96-2570-6752-5930-A5E314B1E187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73DE37-59C2-4333-FA17-AA70EFA8AEE8}"/>
              </a:ext>
            </a:extLst>
          </p:cNvPr>
          <p:cNvSpPr txBox="1"/>
          <p:nvPr/>
        </p:nvSpPr>
        <p:spPr>
          <a:xfrm>
            <a:off x="127820" y="2782669"/>
            <a:ext cx="1052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AE7CB11-9E84-91AA-D108-6CFBA06DE6E7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Printf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747560-E77A-D20E-1875-2B69D86BD21B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F491D79-CB7A-2525-5ACA-A8CA0B7C5280}"/>
              </a:ext>
            </a:extLst>
          </p:cNvPr>
          <p:cNvSpPr/>
          <p:nvPr/>
        </p:nvSpPr>
        <p:spPr>
          <a:xfrm>
            <a:off x="4240259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9A908B-B95E-2D94-CC0E-C5FBD05A5289}"/>
              </a:ext>
            </a:extLst>
          </p:cNvPr>
          <p:cNvSpPr txBox="1"/>
          <p:nvPr/>
        </p:nvSpPr>
        <p:spPr>
          <a:xfrm flipH="1">
            <a:off x="4807551" y="675492"/>
            <a:ext cx="88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C93889-20FA-82F7-C28D-BE5C6E4F11E0}"/>
              </a:ext>
            </a:extLst>
          </p:cNvPr>
          <p:cNvSpPr txBox="1"/>
          <p:nvPr/>
        </p:nvSpPr>
        <p:spPr>
          <a:xfrm>
            <a:off x="4717714" y="1639048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14018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2DD2-5768-2931-2C10-7E2A3C34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AD65371-2423-8692-055E-DEB611A9EB92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7C3B603-71E3-E76D-9FA0-ECD72C5181AA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916365-9A69-165E-5D2A-53B80295E19B}"/>
              </a:ext>
            </a:extLst>
          </p:cNvPr>
          <p:cNvSpPr txBox="1"/>
          <p:nvPr/>
        </p:nvSpPr>
        <p:spPr>
          <a:xfrm>
            <a:off x="127820" y="2782669"/>
            <a:ext cx="1052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  <a:p>
            <a:r>
              <a:rPr lang="pt-BR" dirty="0"/>
              <a:t>Valor: 08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51A47C8-2669-5016-22F4-CE4989735AE7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Imprimir(</a:t>
            </a:r>
            <a:r>
              <a:rPr lang="pt-BR" sz="11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dir</a:t>
            </a:r>
            <a:r>
              <a:rPr lang="pt-BR" sz="11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1E23E0-91A5-7EC3-94A8-CA4FDF373656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38121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BE9DD-CF1E-5689-3F60-6107DC14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3BD2A8ED-B2E7-05E3-5307-E1E70D656020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C284B5-7ADC-A262-A1F3-5DBB4B29FDDE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07FB0E-BA5A-57F2-887F-3F946D3692BA}"/>
              </a:ext>
            </a:extLst>
          </p:cNvPr>
          <p:cNvSpPr txBox="1"/>
          <p:nvPr/>
        </p:nvSpPr>
        <p:spPr>
          <a:xfrm>
            <a:off x="127820" y="2782669"/>
            <a:ext cx="1052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  <a:p>
            <a:r>
              <a:rPr lang="pt-BR" dirty="0"/>
              <a:t>Valor: 08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7EBFAC3-F8E7-9AB5-6517-FA170C79DFB6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D56106-28BB-4533-6F85-B9912BD1AD0D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336884A-180C-C190-664C-68A075B43AFF}"/>
              </a:ext>
            </a:extLst>
          </p:cNvPr>
          <p:cNvSpPr/>
          <p:nvPr/>
        </p:nvSpPr>
        <p:spPr>
          <a:xfrm>
            <a:off x="4240259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EDE7CB-5C15-AE66-55FD-230FB7E9040E}"/>
              </a:ext>
            </a:extLst>
          </p:cNvPr>
          <p:cNvSpPr txBox="1"/>
          <p:nvPr/>
        </p:nvSpPr>
        <p:spPr>
          <a:xfrm flipH="1">
            <a:off x="4807551" y="675492"/>
            <a:ext cx="88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073776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DC304-DD6B-F0DD-93F3-7DE3F4D0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FA847EC-6FBD-F5D1-7B92-C15114C8E3F7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1076C4C-6A08-9E46-8B22-E21DF35885B5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44D202-2228-0C03-A1BE-6FE54BBD1A39}"/>
              </a:ext>
            </a:extLst>
          </p:cNvPr>
          <p:cNvSpPr txBox="1"/>
          <p:nvPr/>
        </p:nvSpPr>
        <p:spPr>
          <a:xfrm>
            <a:off x="127820" y="2782669"/>
            <a:ext cx="1052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  <a:p>
            <a:r>
              <a:rPr lang="pt-BR" dirty="0"/>
              <a:t>Valor: 08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2F636B1-2869-2656-9781-91075063DE7A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355DD6-2938-F985-A971-EBE8A1957BE3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1DC72AC-49CC-36D3-B823-93118B9ED749}"/>
              </a:ext>
            </a:extLst>
          </p:cNvPr>
          <p:cNvSpPr/>
          <p:nvPr/>
        </p:nvSpPr>
        <p:spPr>
          <a:xfrm>
            <a:off x="4240259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860F70-8FAB-59E7-47CE-E99E715F65B0}"/>
              </a:ext>
            </a:extLst>
          </p:cNvPr>
          <p:cNvSpPr txBox="1"/>
          <p:nvPr/>
        </p:nvSpPr>
        <p:spPr>
          <a:xfrm flipH="1">
            <a:off x="4807551" y="675492"/>
            <a:ext cx="88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6A17D6-0117-2F73-0BB9-FF81FC537084}"/>
              </a:ext>
            </a:extLst>
          </p:cNvPr>
          <p:cNvSpPr txBox="1"/>
          <p:nvPr/>
        </p:nvSpPr>
        <p:spPr>
          <a:xfrm>
            <a:off x="4694854" y="1639048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33521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3534-81F1-54D4-08F5-CF34B258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6E17ED56-0FEC-621C-1947-E7C8A6494A4F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4AD3FD-27FB-05AD-3D31-25D4C50D2C50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CD9826-E64A-AB4E-7082-0052ECF0CF1C}"/>
              </a:ext>
            </a:extLst>
          </p:cNvPr>
          <p:cNvSpPr txBox="1"/>
          <p:nvPr/>
        </p:nvSpPr>
        <p:spPr>
          <a:xfrm>
            <a:off x="127820" y="2782669"/>
            <a:ext cx="1052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  <a:p>
            <a:r>
              <a:rPr lang="pt-BR" dirty="0"/>
              <a:t>Valor: 08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2B515BF-0F0F-B93E-F489-56A33CDBFD4C}"/>
              </a:ext>
            </a:extLst>
          </p:cNvPr>
          <p:cNvSpPr/>
          <p:nvPr/>
        </p:nvSpPr>
        <p:spPr>
          <a:xfrm>
            <a:off x="213950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DA6AC3-462A-BF64-D830-531A4AEC8EF3}"/>
              </a:ext>
            </a:extLst>
          </p:cNvPr>
          <p:cNvSpPr txBox="1"/>
          <p:nvPr/>
        </p:nvSpPr>
        <p:spPr>
          <a:xfrm>
            <a:off x="2668278" y="501445"/>
            <a:ext cx="4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9F2623-52D0-9407-DE55-E261797C78EC}"/>
              </a:ext>
            </a:extLst>
          </p:cNvPr>
          <p:cNvSpPr txBox="1"/>
          <p:nvPr/>
        </p:nvSpPr>
        <p:spPr>
          <a:xfrm>
            <a:off x="2668278" y="1829548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8564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69B6-0D79-F01D-5EB0-FC632A58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85F4635-B54E-4D7E-ED19-173E8ABAADF5}"/>
              </a:ext>
            </a:extLst>
          </p:cNvPr>
          <p:cNvSpPr/>
          <p:nvPr/>
        </p:nvSpPr>
        <p:spPr>
          <a:xfrm>
            <a:off x="127820" y="245805"/>
            <a:ext cx="1730477" cy="24089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r>
              <a:rPr lang="pt-BR" sz="1100" dirty="0" err="1"/>
              <a:t>If</a:t>
            </a:r>
            <a:r>
              <a:rPr lang="pt-BR" sz="1100" dirty="0"/>
              <a:t>(NULL)</a:t>
            </a:r>
            <a:r>
              <a:rPr lang="pt-BR" sz="1100" dirty="0" err="1"/>
              <a:t>return</a:t>
            </a:r>
            <a:r>
              <a:rPr lang="pt-BR" sz="1100" dirty="0"/>
              <a:t>;</a:t>
            </a:r>
          </a:p>
          <a:p>
            <a:pPr>
              <a:lnSpc>
                <a:spcPct val="200000"/>
              </a:lnSpc>
            </a:pPr>
            <a:r>
              <a:rPr lang="pt-BR" sz="1100" dirty="0"/>
              <a:t>Imprimir(</a:t>
            </a:r>
            <a:r>
              <a:rPr lang="pt-BR" sz="1100" dirty="0" err="1"/>
              <a:t>esq</a:t>
            </a:r>
            <a:r>
              <a:rPr lang="pt-BR" sz="1100" dirty="0"/>
              <a:t>);</a:t>
            </a:r>
          </a:p>
          <a:p>
            <a:pPr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</a:rPr>
              <a:t>Printf</a:t>
            </a:r>
            <a:r>
              <a:rPr lang="pt-BR" sz="1100" dirty="0">
                <a:solidFill>
                  <a:schemeClr val="bg1"/>
                </a:solidFill>
              </a:rPr>
              <a:t>(valor);</a:t>
            </a:r>
          </a:p>
          <a:p>
            <a:pPr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</a:rPr>
              <a:t>Imprimir(</a:t>
            </a:r>
            <a:r>
              <a:rPr lang="pt-BR" sz="1100" dirty="0" err="1">
                <a:solidFill>
                  <a:schemeClr val="bg1"/>
                </a:solidFill>
              </a:rPr>
              <a:t>dir</a:t>
            </a:r>
            <a:r>
              <a:rPr lang="pt-BR" sz="11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200000"/>
              </a:lnSpc>
            </a:pPr>
            <a:endParaRPr lang="pt-BR" sz="1100" dirty="0"/>
          </a:p>
          <a:p>
            <a:pPr>
              <a:lnSpc>
                <a:spcPct val="200000"/>
              </a:lnSpc>
            </a:pP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33567C8-726D-DC6C-D053-46B942CB847C}"/>
              </a:ext>
            </a:extLst>
          </p:cNvPr>
          <p:cNvSpPr txBox="1"/>
          <p:nvPr/>
        </p:nvSpPr>
        <p:spPr>
          <a:xfrm>
            <a:off x="845574" y="5014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8991A1-CB2A-9A81-8DDF-6DFE51A6FCDC}"/>
              </a:ext>
            </a:extLst>
          </p:cNvPr>
          <p:cNvSpPr txBox="1"/>
          <p:nvPr/>
        </p:nvSpPr>
        <p:spPr>
          <a:xfrm>
            <a:off x="127820" y="2782669"/>
            <a:ext cx="1052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  <a:p>
            <a:r>
              <a:rPr lang="pt-BR" dirty="0"/>
              <a:t>Valor: 08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3A1D90-D008-379D-A494-8A7A27AA95B4}"/>
              </a:ext>
            </a:extLst>
          </p:cNvPr>
          <p:cNvSpPr txBox="1"/>
          <p:nvPr/>
        </p:nvSpPr>
        <p:spPr>
          <a:xfrm>
            <a:off x="654246" y="1837168"/>
            <a:ext cx="658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7587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DF22-F4BA-8999-22B6-C6F7C2B8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33BF3704-D620-30F2-E8C9-2E7694664C3C}"/>
              </a:ext>
            </a:extLst>
          </p:cNvPr>
          <p:cNvSpPr txBox="1"/>
          <p:nvPr/>
        </p:nvSpPr>
        <p:spPr>
          <a:xfrm>
            <a:off x="251460" y="632460"/>
            <a:ext cx="37566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Valor: 01</a:t>
            </a:r>
          </a:p>
          <a:p>
            <a:r>
              <a:rPr lang="pt-BR" dirty="0"/>
              <a:t>Valor: 02</a:t>
            </a:r>
          </a:p>
          <a:p>
            <a:r>
              <a:rPr lang="pt-BR" dirty="0"/>
              <a:t>Valor: 04</a:t>
            </a:r>
          </a:p>
          <a:p>
            <a:r>
              <a:rPr lang="pt-BR" dirty="0"/>
              <a:t>Valor: 05</a:t>
            </a:r>
          </a:p>
          <a:p>
            <a:r>
              <a:rPr lang="pt-BR" dirty="0"/>
              <a:t>Valor: 08</a:t>
            </a:r>
          </a:p>
        </p:txBody>
      </p:sp>
    </p:spTree>
    <p:extLst>
      <p:ext uri="{BB962C8B-B14F-4D97-AF65-F5344CB8AC3E}">
        <p14:creationId xmlns:p14="http://schemas.microsoft.com/office/powerpoint/2010/main" val="41238949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1271</Words>
  <Application>Microsoft Office PowerPoint</Application>
  <PresentationFormat>Widescreen</PresentationFormat>
  <Paragraphs>477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2</cp:revision>
  <dcterms:created xsi:type="dcterms:W3CDTF">2026-03-25T00:18:40Z</dcterms:created>
  <dcterms:modified xsi:type="dcterms:W3CDTF">2026-03-25T01:07:26Z</dcterms:modified>
</cp:coreProperties>
</file>