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1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82497-7AC2-F56B-79FF-DD7DFC573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997059-FBB9-BEDD-E213-71572B4FD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A69F81-AE97-B060-C450-3079E292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C46709-74EE-4857-2783-7E55A2C0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32113C-D8EA-723A-048E-3C252499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13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A1C35-9F73-0E9D-A2CC-DAD32E35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44B520-9068-53B5-1C34-93A576CB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0D589A-3B25-4E7A-DDF2-B1484078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83CAB7-11C9-4CB1-BEAA-D1903543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12B67C-EB88-FF61-3AE8-EFDE70FF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17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9F0B6-DFFF-30D2-9F54-A5374CF6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053943-22B1-1798-7952-24831AC57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00BCFA-C384-BAEE-BE5E-24CD60EC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0D4D84-83B3-0D5F-A87F-F0AD134C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60B55-1DF7-3441-43D9-04C2567B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5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61DA3-3697-1A96-1383-54C86C91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500F2-16E8-4CE8-7FD9-B273F9090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F36E3E-F56E-D586-579D-86E0ADBE1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9F18AD-3D51-F485-5181-851ED6D7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CDA2B5-3635-0210-ADC8-B369CEA9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D1924E-86C7-F5BE-D4E6-B573CF04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18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7F3AE-D6DE-993A-DC86-F86B261B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A5167E-ADCB-EC18-ABAF-2BE774D2B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C1C630-3AD3-AD92-59D3-DC7E90010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EE9B788-D1CB-2D12-7D6A-DCBA7609B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1BAEF3-5C48-49AE-8592-A3692D9EB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2FC38D-5192-2488-5CC8-196CE52C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56BA9D-2083-7489-F914-25068F8B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F2FD255-B80F-C7F1-30E0-FC8F3AAD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73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EA022-F178-BB46-05E4-C357E99A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88A258-E221-C057-651A-A7958E6C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3CB4AF-D0CD-E8B6-CF54-D443F090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92D340-B297-8846-D2FE-C9315FD7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75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F6CE23-D5F6-BC43-B29F-0C159A94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3DB890-CD81-135E-7FD2-1134F713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8B714C-9A6F-056B-0043-D773B1B2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82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89BA5-FDDA-ECCB-6278-CF75A530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6015C8-86A6-3F5C-2691-8BA290AE2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2F2141-B8DE-3D8B-17D6-88BF4C6B9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75B5E3-7F40-74DD-14E5-AE0BCE8F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683CA7-B6A9-413F-420A-01EA6AAE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E3F6BB-A5D7-C2DC-BF4C-0DA6FA7C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62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EA744-C849-2F36-75F3-A36AB7D76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E7866F-67AC-1ECD-CDA1-1F5D20B3A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F03A13-C436-B8E0-3AC3-8529ED230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2266B3-4929-D379-CB5E-94D52DB0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4F531F-49E4-ED3E-E237-2D2C368B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D7B467-B04C-A3BC-241A-146ED03D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06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C7408-F563-8A82-F958-0C5AC282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18AAF8-545A-777C-7595-FB770EA8B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FC20B4-7EC8-1B15-024D-DB528F56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C715E-F45D-AC3F-0D01-281010765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AB79C4-8429-245E-007F-9B6760EF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73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3D6914-4B98-95A8-3252-4D020407D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746107-E0EE-EF5E-EEF9-247D4DDBB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958EF2-6B8F-234A-1487-065CC0E4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994B4A-D0C5-07CE-9EF8-91F3B33F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AC3F87-B9EC-BF5A-0E1A-B7A45826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98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A61B8DE-59F4-8C20-3F29-725823B9C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02EFA6-075C-8625-E4E4-4D0F18294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D53984-9EBA-B974-8BA2-EE6EE0DA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D1A6C-CC66-449C-BF8F-24D2D39D47F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9C7F7B-EB50-B1FC-613A-8B2C98CA2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22D1C3-389D-8AD9-535C-D48D55240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52426-DE20-4116-B25B-6C9B14D1FF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88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C7FCB-238C-E1B6-B12D-FAE3C06D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Código que recebe a maior altura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E877370-5357-CB28-C96A-51DD4BD1A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196131"/>
            <a:ext cx="12209041" cy="20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5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A83B4-7180-34C4-D30F-27BF995C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Código que retorna a altura do nó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0CA3C38-DC29-D6B0-6DC7-F55BE78AC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0" y="1829529"/>
            <a:ext cx="8763000" cy="43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5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02D96-0AB8-86BA-9EB1-A1F12957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que retorna o Fator de Balanceamento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FBCA518-5DBC-1B30-CAB3-84C5B6325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85536"/>
            <a:ext cx="12051630" cy="315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8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D681A-11DD-0B72-B558-58A97463B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1C880-EFA9-2DD6-BC88-0125FC0CA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090C01-FB2C-FA1D-8AB5-228159A0F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6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8DF3D-BB1C-16F2-23D2-15453970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6402DCB-EE12-420A-3FE7-5CFA6F2A1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3942" cy="66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4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7DC42-01E8-08A8-D026-D8DBD24D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Rotação a Esquerda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E26461D-7665-B41B-59EB-50A966C94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48" y="1981201"/>
            <a:ext cx="12108103" cy="478971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B59786A-CC58-239B-A3F6-B1D7FE633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71" y="0"/>
            <a:ext cx="5117880" cy="451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41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Código que recebe a maior altura</vt:lpstr>
      <vt:lpstr>Código que retorna a altura do nó</vt:lpstr>
      <vt:lpstr>Código que retorna o Fator de Balanceamento</vt:lpstr>
      <vt:lpstr>Apresentação do PowerPoint</vt:lpstr>
      <vt:lpstr>Apresentação do PowerPoint</vt:lpstr>
      <vt:lpstr>Rotação a Esquerda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2</cp:revision>
  <dcterms:created xsi:type="dcterms:W3CDTF">2026-05-13T20:49:23Z</dcterms:created>
  <dcterms:modified xsi:type="dcterms:W3CDTF">2026-05-13T22:05:48Z</dcterms:modified>
</cp:coreProperties>
</file>