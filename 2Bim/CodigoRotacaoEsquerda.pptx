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56" r:id="rId5"/>
    <p:sldId id="261" r:id="rId6"/>
    <p:sldId id="260" r:id="rId7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5482497-7AC2-F56B-79FF-DD7DFC5735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A997059-FBB9-BEDD-E213-71572B4FD7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1CA69F81-AE97-B060-C450-3079E2925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EEC46709-74EE-4857-2783-7E55A2C0D0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032113C-D8EA-723A-048E-3C2524993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631368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AA1C35-9F73-0E9D-A2CC-DAD32E352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644B520-9068-53B5-1C34-93A576CB51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F0D589A-3B25-4E7A-DDF2-B148407818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983CAB7-11C9-4CB1-BEAA-D1903543ED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612B67C-EB88-FF61-3AE8-EFDE70FFC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31753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49F0B6-DFFF-30D2-9F54-A5374CF61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C6053943-22B1-1798-7952-24831AC574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900BCFA-C384-BAEE-BE5E-24CD60EC0D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40D4D84-83B3-0D5F-A87F-F0AD134C0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2D260B55-1DF7-3441-43D9-04C2567BA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13509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561DA3-3697-1A96-1383-54C86C91D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16B500F2-16E8-4CE8-7FD9-B273F90907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EF36E3E-F56E-D586-579D-86E0ADBE18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3D9F18AD-3D51-F485-5181-851ED6D7CD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D5CDA2B5-3635-0210-ADC8-B369CEA9E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3D1924E-86C7-F5BE-D4E6-B573CF045A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180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27F3AE-D6DE-993A-DC86-F86B261BA7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1A5167E-ADCB-EC18-ABAF-2BE774D2B7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97C1C630-3AD3-AD92-59D3-DC7E900100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AEE9B788-D1CB-2D12-7D6A-DCBA7609B72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701BAEF3-5C48-49AE-8592-A3692D9EB2D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D2FC38D-5192-2488-5CC8-196CE52C4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3856BA9D-2083-7489-F914-25068F8B6A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3F2FD255-B80F-C7F1-30E0-FC8F3AADA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3736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4EA022-F178-BB46-05E4-C357E99AD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8E88A258-E221-C057-651A-A7958E6CDE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E33CB4AF-D0CD-E8B6-CF54-D443F0908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2E92D340-B297-8846-D2FE-C9315FD703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87566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6FF6CE23-D5F6-BC43-B29F-0C159A945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7E3DB890-CD81-135E-7FD2-1134F71374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B8B714C-9A6F-056B-0043-D773B1B2B6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20821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FC89BA5-FDDA-ECCB-6278-CF75A5300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876015C8-86A6-3F5C-2691-8BA290AE2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92F2141-B8DE-3D8B-17D6-88BF4C6B9D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075B5E3-7F40-74DD-14E5-AE0BCE8FC1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0683CA7-B6A9-413F-420A-01EA6AAE1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7E3F6BB-A5D7-C2DC-BF4C-0DA6FA7C4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26274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4EA744-C849-2F36-75F3-A36AB7D76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3E7866F-67AC-1ECD-CDA1-1F5D20B3A1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62F03A13-C436-B8E0-3AC3-8529ED2309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162266B3-4929-D379-CB5E-94D52DB02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54F531F-49E4-ED3E-E237-2D2C368B7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BD7B467-B04C-A3BC-241A-146ED03D6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660655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A1C7408-F563-8A82-F958-0C5AC282B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F18AAF8-545A-777C-7595-FB770EA8B5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FFC20B4-7EC8-1B15-024D-DB528F564A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02C715E-F45D-AC3F-0D01-2810107655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FAB79C4-8429-245E-007F-9B6760EF2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48739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03D6914-4B98-95A8-3252-4D020407DB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82746107-E0EE-EF5E-EEF9-247D4DDBBA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4958EF2-6B8F-234A-1487-065CC0E42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4B994B4A-D0C5-07CE-9EF8-91F3B33F60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FAC3F87-B9EC-BF5A-0E1A-B7A4582617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7982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FA61B8DE-59F4-8C20-3F29-725823B9C1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DA02EFA6-075C-8625-E4E4-4D0F18294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0D53984-9EBA-B974-8BA2-EE6EE0DA1D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0D1A6C-CC66-449C-BF8F-24D2D39D47FD}" type="datetimeFigureOut">
              <a:rPr lang="pt-BR" smtClean="0"/>
              <a:t>19/05/2026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49C7F7B-EB50-B1FC-613A-8B2C98CA2E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F22D1C3-389D-8AD9-535C-D48D552405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652426-DE20-4116-B25B-6C9B14D1FF9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1885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A5C7FCB-238C-E1B6-B12D-FAE3C06DA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Código que recebe a maior altura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7E877370-5357-CB28-C96A-51DD4BD1AA4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-1" y="2196131"/>
            <a:ext cx="12209041" cy="204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9555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79A83B4-7180-34C4-D30F-27BF995C8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pt-BR" dirty="0"/>
              <a:t>Código que retorna a altura do nó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0CA3C38-DC29-D6B0-6DC7-F55BE78AC87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14500" y="1829529"/>
            <a:ext cx="8763000" cy="4375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0555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002D96-0AB8-86BA-9EB1-A1F1295702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Código que retorna o Fator de Balanceamento</a:t>
            </a: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DFBCA518-5DBC-1B30-CAB3-84C5B63255E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785536"/>
            <a:ext cx="12051630" cy="3156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9847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8D681A-11DD-0B72-B558-58A97463B8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C81C880-EFA9-2DD6-BC88-0125FC0CA1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2090C01-FB2C-FA1D-8AB5-228159A0F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3909"/>
            <a:ext cx="12192000" cy="6650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165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38DF3D-BB1C-16F2-23D2-15453970D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D6402DCB-EE12-420A-3FE7-5CFA6F2A19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33942" cy="6618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52471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A7DC42-01E8-08A8-D026-D8DBD24D2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Rotação a Esquerda</a:t>
            </a:r>
          </a:p>
        </p:txBody>
      </p:sp>
      <p:pic>
        <p:nvPicPr>
          <p:cNvPr id="8" name="Espaço Reservado para Conteúdo 7">
            <a:extLst>
              <a:ext uri="{FF2B5EF4-FFF2-40B4-BE49-F238E27FC236}">
                <a16:creationId xmlns:a16="http://schemas.microsoft.com/office/drawing/2014/main" id="{891A1D00-F5E7-8FEA-B40A-4D5176EE37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1534886"/>
            <a:ext cx="12150051" cy="5272859"/>
          </a:xfrm>
          <a:prstGeom prst="rect">
            <a:avLst/>
          </a:prstGeom>
        </p:spPr>
      </p:pic>
      <p:pic>
        <p:nvPicPr>
          <p:cNvPr id="4" name="Imagem 3">
            <a:extLst>
              <a:ext uri="{FF2B5EF4-FFF2-40B4-BE49-F238E27FC236}">
                <a16:creationId xmlns:a16="http://schemas.microsoft.com/office/drawing/2014/main" id="{1B59786A-CC58-239B-A3F6-B1D7FE6331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2171" y="0"/>
            <a:ext cx="5117880" cy="4514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624143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23</Words>
  <Application>Microsoft Office PowerPoint</Application>
  <PresentationFormat>Widescreen</PresentationFormat>
  <Paragraphs>4</Paragraphs>
  <Slides>6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Tema do Office</vt:lpstr>
      <vt:lpstr>Código que recebe a maior altura</vt:lpstr>
      <vt:lpstr>Código que retorna a altura do nó</vt:lpstr>
      <vt:lpstr>Código que retorna o Fator de Balanceamento</vt:lpstr>
      <vt:lpstr>Apresentação do PowerPoint</vt:lpstr>
      <vt:lpstr>Apresentação do PowerPoint</vt:lpstr>
      <vt:lpstr>Rotação a Esquerda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Douglas Lopes Farias</dc:creator>
  <cp:lastModifiedBy>Douglas Lopes Farias</cp:lastModifiedBy>
  <cp:revision>3</cp:revision>
  <dcterms:created xsi:type="dcterms:W3CDTF">2026-05-13T20:49:23Z</dcterms:created>
  <dcterms:modified xsi:type="dcterms:W3CDTF">2026-05-20T00:11:51Z</dcterms:modified>
</cp:coreProperties>
</file>