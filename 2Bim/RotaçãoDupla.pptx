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C7778-33CC-ACF9-9CA8-396BD80A3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35A2F5-F615-4032-A9E6-D7B7920DC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C6B10D-0A17-BF74-A079-B8BCE246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9A374B-9C1E-EDAC-C128-D3287E28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CB653-85F9-FC47-5997-5D515622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47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B7066-E0B4-E2F9-0D4A-3A2AE401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3A608B-261C-902A-960B-FEA43C28D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DE97D5-1325-3D1E-3F2F-82D3DB3A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5F460-DBE1-2739-F14B-AF359DA1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D998C7-78D7-CAB3-05A8-47EAECF9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82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094CC-FB4F-2CD1-1A96-DC353E1E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5178A3-3EA0-8456-11BB-F35CE6051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4FCD7E-F5DC-587A-AAC2-60251CBD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B42AEF-4313-BC14-1CF4-A4B623A9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EC210-E23C-E31B-0AD0-16DC0EDC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86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4F481-0D5D-11D3-A9F8-0C6A7837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13D508-0DE7-781F-83AD-65DE5720B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CA8D15-E987-DB8C-C919-317FBB12E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C50125-7384-EB40-B27B-54B80CC3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6FA884-C431-97AE-CC94-FFC0AB4F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CA2DC3-B83D-A324-427F-C6A86CA1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5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29E7-3DD5-2A1F-2978-1E1773C1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C66D94-7214-0340-F8C0-374E23E74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10C966-82F5-CAAE-B174-2AD0F2004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91EB22-0A25-9D68-EA5E-83AC5E287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978B2-BD9F-2539-0856-D5E3F4DAF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FF69D0-D128-B798-4B49-E5300821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B75214-5290-B56A-0685-8A432C55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DB39A5-867A-FF62-CC71-2A16F73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96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8BD4A-9DAC-771C-9745-6E884BB9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3C81C8-041F-02EE-6E32-D4642FA6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2CCF77A-9057-2DC3-EFC2-C2D5681B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D1D1ED-239A-B1BB-31C4-636CBDE2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31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EB5A7D-00CA-0640-EF43-B32A4205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878055-275B-09EA-2C9E-910898FA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F000E1-7599-8AD4-D3B2-D3BD2730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37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3DC5A-AA4B-BA88-6432-9C9419E0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4AF09-6EBD-E091-4051-DBB000130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64E575-EF2E-CBB6-659E-0640A4170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7DB7C-6E7C-9DB3-F9EB-7886EEF7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D8CCBE-56A5-9FA9-D4A4-95ECB2E1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2B39D4-8C36-362E-800C-76DFF215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44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EE6C7-5B02-AAB1-674C-7DD87FE0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A1198F-1FF9-4E79-08BB-081A6539D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C2C4F9-B6DC-38BD-7469-D962F7FF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BDA7A0-C789-1399-5E6B-D7E5AC2D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78FD0F-1708-7591-07DA-7F226484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6A5610-3836-2823-7F51-DE16A2FC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78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FF01-234D-E2CB-8E4B-701F4A8D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491A0F-8D18-EA9C-8F19-6CA1B59EC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3AC9E-B6AA-F69D-FD74-9B5BD410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829630-3B3F-2CCF-E92C-A4F95150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9162D-8AD8-EA60-19A9-95D02D10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0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0F5995-5702-10EB-1275-81332730F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9655E8-8EC2-CCB6-9EC2-F7C66FBC7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4324DF-E055-9FB3-2AFE-3E44B64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EBF76-F753-D8EA-0A46-3B538BD6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BDFE03-A6B1-F571-7067-F31F0372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80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5863E0-2852-BA31-CCEB-30B9F2CA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4EE5EE-DF16-ED07-CE9E-8C432045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977B32-D47F-D200-BC03-1FA04DB5A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39A03-EFF0-4AAA-B9B6-89B22B212DC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1B0B7D-85A7-A009-79C2-F3925DBD6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E0AA11-78DA-4D75-AC35-9E68F8E74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C7DB1-B533-4990-8443-EEDE06C95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73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A14F649-5881-6A6B-E4C5-3C4A7A0B5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8343" y="22947"/>
            <a:ext cx="4223657" cy="1655762"/>
          </a:xfrm>
        </p:spPr>
        <p:txBody>
          <a:bodyPr/>
          <a:lstStyle/>
          <a:p>
            <a:r>
              <a:rPr lang="pt-BR" dirty="0"/>
              <a:t>Arvore desbalanceada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Rotacionar a direita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Rotacionar a esquerda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F2F2A9-504F-1A52-F0EF-92C0E69A7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71692" cy="68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6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CB09F-4692-C1E5-E726-3C915C6D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Rotacionar a Direita chame a rotação a esquerda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5ADA37F-A1B7-5FF8-5658-361023655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5323"/>
            <a:ext cx="6160388" cy="4712676"/>
          </a:xfrm>
          <a:prstGeom prst="rect">
            <a:avLst/>
          </a:prstGeom>
        </p:spPr>
      </p:pic>
      <p:pic>
        <p:nvPicPr>
          <p:cNvPr id="6" name="Espaço Reservado para Conteúdo 4">
            <a:extLst>
              <a:ext uri="{FF2B5EF4-FFF2-40B4-BE49-F238E27FC236}">
                <a16:creationId xmlns:a16="http://schemas.microsoft.com/office/drawing/2014/main" id="{010E6A65-FC1E-007E-57CF-4F1ED6B77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45322"/>
            <a:ext cx="6160388" cy="47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8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443F9-7CFF-85E4-2035-B41EC801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4661D26-8BA4-BE57-FDD4-5182213E6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0979"/>
            <a:ext cx="10925045" cy="220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6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553D5-6870-0710-0C9E-3D7C9E58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184" y="365125"/>
            <a:ext cx="5005754" cy="3063875"/>
          </a:xfrm>
        </p:spPr>
        <p:txBody>
          <a:bodyPr>
            <a:normAutofit fontScale="90000"/>
          </a:bodyPr>
          <a:lstStyle/>
          <a:p>
            <a:r>
              <a:rPr lang="pt-BR" dirty="0"/>
              <a:t>Arvore desbalanceada</a:t>
            </a:r>
            <a:br>
              <a:rPr lang="pt-BR" dirty="0"/>
            </a:br>
            <a:r>
              <a:rPr lang="pt-BR" dirty="0"/>
              <a:t>Rotacionar a esquerda</a:t>
            </a:r>
            <a:br>
              <a:rPr lang="pt-BR" dirty="0"/>
            </a:br>
            <a:r>
              <a:rPr lang="pt-BR" dirty="0"/>
              <a:t>Rotacionar a direita</a:t>
            </a:r>
          </a:p>
        </p:txBody>
      </p:sp>
      <p:pic>
        <p:nvPicPr>
          <p:cNvPr id="4" name="Espaço Reservado para Conteúdo 12">
            <a:extLst>
              <a:ext uri="{FF2B5EF4-FFF2-40B4-BE49-F238E27FC236}">
                <a16:creationId xmlns:a16="http://schemas.microsoft.com/office/drawing/2014/main" id="{60530BBB-295B-3687-1A10-A7090DD12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64698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8CFBB-1EC9-1EC9-EDE4-F15FAC3B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Rotacionar a Esquerda chame a rotação a Direita </a:t>
            </a: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AF61554A-0428-AEF9-7CB3-E790B41A3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9138"/>
            <a:ext cx="5801784" cy="495886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AEDCE5A-107D-810E-F113-3DA07763C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784" y="1805354"/>
            <a:ext cx="6390217" cy="505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07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DD921-80A5-87DF-B6BE-2493628C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49AAD23-0A85-7B76-7A6F-3846741D7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24910" cy="223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5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Depois de Rotacionar a Direita chame a rotação a esquerda</vt:lpstr>
      <vt:lpstr>Código</vt:lpstr>
      <vt:lpstr>Arvore desbalanceada Rotacionar a esquerda Rotacionar a direita</vt:lpstr>
      <vt:lpstr>Depois de Rotacionar a Esquerda chame a rotação a Direita </vt:lpstr>
      <vt:lpstr>Código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1</cp:revision>
  <dcterms:created xsi:type="dcterms:W3CDTF">2026-05-19T18:22:59Z</dcterms:created>
  <dcterms:modified xsi:type="dcterms:W3CDTF">2026-05-19T20:44:14Z</dcterms:modified>
</cp:coreProperties>
</file>