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8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E5BAA-92DF-F27A-3192-115D7347C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E79F4-94A0-A562-0D3B-EEE0E05DD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4C6D64-1D2A-642C-BC24-118BE1D1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2FDD8D-0DEB-707C-CCA1-8050C5C9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FCE873-1988-80A1-0D2E-5FF3A99FC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7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9733B-A85D-78E1-95B3-2B9E3D2D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942105-2343-4A25-7FEE-2DF684149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5B9E1-EB2D-89D9-33AE-8E8118D7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8D9E85-2B5F-361D-10BB-BA74CF799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9940E9-0D3A-0594-8909-AFC5DBED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87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EDDA0-17C9-2ACD-D1EC-8966ADB3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251E0E-10D6-517F-978D-4BAE156E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A687C-28E7-5856-B2BF-7D44801C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4A200-983C-BC13-1317-C5FCBC15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EC91C-99CE-7FFC-CFFE-FCCB40DD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81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C204-1A42-E12B-425E-94B707AF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4A991-6C88-6B13-8128-AB3599A10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A6192A-F756-DBBF-C2BD-350D5034A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66CAE1-DBBF-76D1-926D-73B48D3A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0C0F68-AEA5-9870-05C5-741E61F5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85E74-1D7E-9AC8-293D-613308F8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76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8C31D-B778-ABE7-F6CC-D7CF37AF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ACACC0-4E87-271E-5C66-F21B8AB1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F1FBFC-6668-DE65-141E-61E178214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CDCAD4-7F81-6555-0B8F-6249D6E0F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F0B21E-D7AA-F0B4-4741-AE8941764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618829-30DB-BC7B-C61F-1D7909F0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1E3829-BA24-3A28-57AE-B85983D12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D63FC61-41F2-C6AB-8805-AC7EAAC8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65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5510C-EDA7-6657-1BFF-BAF3C1DC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EB8C8C-7CF6-32FB-07AA-84B354071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0E0E06-E287-F5F8-0A63-C3F62314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D62015-9EFD-15FA-A938-C0952E9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03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323C12-8386-2D3D-69E4-E9817252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A0A1C17-0479-1F7A-6754-AB6B493B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2AB7C8-430A-3F77-7D5B-3B13CDAF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26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23EC3-820D-20F9-1432-CE350444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72E91-91B3-86F3-1538-AB9F7DFB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350B81-6D1C-93C8-9C5C-4CE9AA3D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AD7BC8-8D73-3E23-F4BB-416079AD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5178D3-3C11-EA8A-1DB8-03285FD0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68A2AE-5E90-E949-1FE0-EA9BDCDA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19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719E-50CA-C3FE-5EBD-F3508EE7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779F41-0B2B-91C2-3A9A-90EBDFD10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9C301-B3B6-1593-5E0D-3A0BBDA85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6E9272-AA9D-A16F-48B2-AB619B02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FADDA3-E425-2E77-990E-BF5D8FD3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AC9790-10BE-6EE8-BE82-F0B02762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4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D4373-1F1F-836E-491F-A9364423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B5104E-60D5-B2E2-E6F0-219C6E0FA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77489C-A33D-937B-314E-A9B72E51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E43289-1637-4DA4-57A6-F1A12750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4EE663-4A99-E40B-1714-24FE0E7D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41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496FB3-3A13-4D5A-0BF6-135473849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75CEE8-494C-8942-446F-B98D68ED5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5BC1A4-C4C3-0C66-998E-BBC9B754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CC3E05-A8CD-E8C0-7007-51EC2222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8593E-099F-AC57-D64E-E2519017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954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DD70BCC-D222-1C0E-4FED-71A07BEC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892442-6608-0E42-8AB6-48C82468E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5A0CEB-713B-94D3-611F-B6F8BD5B4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E9942-252F-4F7B-A256-D3B7006EFBBB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9AA2EA-D9A3-9B3D-9CF1-66ECE09B2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8FDB5B-324E-072E-9D0D-1BC7671DF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A424D-15AC-4819-AC30-425BCED4C2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25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17A63-8E1A-C599-76AD-3D3EE2D88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9"/>
            <a:ext cx="9144000" cy="1748656"/>
          </a:xfrm>
        </p:spPr>
        <p:txBody>
          <a:bodyPr/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C87887-1EAA-4720-B51D-26528F2E3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98" y="974137"/>
            <a:ext cx="11119766" cy="40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24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984FB-D5D2-E1A6-B208-0A581987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53454-71CE-CF89-AA97-3B91D5FC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9"/>
            <a:ext cx="9144000" cy="1748656"/>
          </a:xfrm>
        </p:spPr>
        <p:txBody>
          <a:bodyPr/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EB9D57D-6140-61C0-8E8D-04969E146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8" y="1634680"/>
            <a:ext cx="11464823" cy="278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2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38B9-F1DD-649B-2189-2294B7C5A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912ED-6CD2-5896-EC16-DA20FBDAF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9"/>
            <a:ext cx="9144000" cy="1748656"/>
          </a:xfrm>
        </p:spPr>
        <p:txBody>
          <a:bodyPr/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9D51E5-7F52-7F78-F14C-6CCEC1D9C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00" y="1328099"/>
            <a:ext cx="11920399" cy="449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7728-1365-5E11-433E-864AF486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2FB73-F6DA-131C-20C4-88B477B4B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9"/>
            <a:ext cx="9144000" cy="1748656"/>
          </a:xfrm>
        </p:spPr>
        <p:txBody>
          <a:bodyPr/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950FF4-373E-4B72-E1BA-B56D2A77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78" y="1013466"/>
            <a:ext cx="11393950" cy="554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7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781D-CF37-2A7F-DFEF-8B72D086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38C4C-E0AE-150D-A412-EBEB9464A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809"/>
            <a:ext cx="9144000" cy="1748656"/>
          </a:xfrm>
        </p:spPr>
        <p:txBody>
          <a:bodyPr/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br>
              <a:rPr lang="pt-BR" dirty="0"/>
            </a:b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71ADA-B552-5C54-7F7B-187C95233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2" y="1357595"/>
            <a:ext cx="11939355" cy="46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342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Tabela Hash </vt:lpstr>
      <vt:lpstr>Tabela Hash </vt:lpstr>
      <vt:lpstr>Tabela Hash </vt:lpstr>
      <vt:lpstr>Tabela Hash </vt:lpstr>
      <vt:lpstr>Tabela Hash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1</cp:revision>
  <dcterms:created xsi:type="dcterms:W3CDTF">2026-05-26T20:53:34Z</dcterms:created>
  <dcterms:modified xsi:type="dcterms:W3CDTF">2026-05-26T20:56:32Z</dcterms:modified>
</cp:coreProperties>
</file>