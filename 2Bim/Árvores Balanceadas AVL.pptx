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3E64C-F3C0-4DE8-CC81-7D0B9CD8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AE3F09-20BC-00DB-15A8-714963A1B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A4E143-899E-3EA8-40BC-03EE4B5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A6B1C-56FC-6467-52DF-F5C8C0BD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CC7ABC-2461-0ABF-E031-50CBFC69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09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D7438-9C0F-AF41-AB70-A20E7BFA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147949-92C5-1497-5D8B-D841E416D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42BBCB-A650-5C9C-6992-4DBED5F5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525760-8CA6-1FA0-9AC3-CAFFA101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2DB9B-F830-E849-3F27-6ED900AF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12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57327-4A99-1A55-CF6F-4C344E11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B17B5B-BE12-6F6F-318F-D10678DA2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85705C-B8EB-7A31-6D6F-F734CE3B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B5784B-149F-0CF5-73D2-061B2B1B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DAA8BF-DFCE-5C28-1208-639DE2F2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35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914EF-371D-0A46-FFF1-4A2F3D2D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2D9BCB-9C40-276A-3058-D53800350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7DAC98-054C-BDFC-3B8E-3C55C0EE4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F2E6E8-9020-D9A1-FCE1-175F77F2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E19DB2-C351-A7F9-2A1E-1ACFE0AF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5C1501-5D4E-4323-FC27-1EAABB99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05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408E-D17D-EBAE-5FC5-16BA291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E6304A-E3D6-4DF9-3D01-48A4B79A5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AA3C85-6AF1-E221-D7F8-05E5A3DA0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FA3E13-F52F-AA7E-1B9C-9A55E2CEA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CD604D-A796-8FF5-2894-543DFCB45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CE43D17-F11C-635B-FCFD-8C4F6E9A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AD34C8-6643-61CC-BB18-4A1C3C8D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F4BFD8-0084-819F-79A0-75804407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68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AEB13-38EE-E0B2-F1BF-54981CBC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263874-FCFD-C26B-2275-C88AAF72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C26272-695B-DA29-B54A-94DB03F5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C1E85C-A79E-65EB-E7EB-8BC8C266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48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47DE5A-AC57-FF42-9461-56E887B0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3DFB26-FEB1-C376-7C9D-2DAD3C70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C88033-F025-FF75-3018-7BB47AE4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60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63981-9982-990F-07CC-F73407AA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F172F8-A5D6-93F8-D70C-64D4EC87C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5A897C-75AE-29EB-8E3E-2C13B15A6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D5FE0E-B68B-3CF3-2230-E55BEFCB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E18DC5-C447-5BF0-AB18-DB107413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02D8AE-0BE8-0661-6E91-BF9CEA47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1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AD12B-A399-54A3-EECB-02F99EB9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D63E9C-7A1C-41D6-759F-769F2BE2D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254F45-9529-7015-9F61-CA8EF2BD6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5B22AA-51C7-F753-7CAE-AF9D9ED4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78F509-2649-1A6D-8F5F-616924B7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D699F9-39E4-1ECB-1654-8E924FFF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56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96787-C19A-F999-6B48-A1896D6E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3459C3-9906-D7E2-A4B1-7AAE05101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9A27CD-8E83-39D4-5E1C-BE98DE864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0EBFD5-205A-678D-706C-E8831E80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07BA65-E143-3A0D-D329-1F32CFDE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25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E12A31-5F33-E563-5D83-B9AA3847D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B3EB9B-215C-C089-1A39-7B3ED7FAB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4FF99E-A178-36EF-B2E3-F81A7C201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68DBBF-97A9-3180-EEF4-4C9D9DB5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FBDA1-E2C4-7482-CB05-4A67A4D5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69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9BED3B2-5918-16D0-36FD-A3925FCD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6135A1-05BC-E4BE-C56F-3A890EF33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83D03B-A6A1-859A-58FE-93FA04AAD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6BDDA-7608-4B24-8337-F3635C8E783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79BAF-97EE-43A4-CA75-C606935DA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8B1E60-3EC2-55F5-664A-0BA9E4828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82940-4EC6-44F1-B3EC-0F697CA39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94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914E-827A-3E79-92F9-7835B71BE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E2095-E553-4CBD-1746-61E2DBDCC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Árvores Balanceadas AVL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0B0DCB-2DDD-2C09-A554-6FA905103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Proposta em 1962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AVL(Adelson-</a:t>
            </a:r>
            <a:r>
              <a:rPr lang="pt-BR" dirty="0" err="1"/>
              <a:t>Velskii</a:t>
            </a:r>
            <a:r>
              <a:rPr lang="pt-BR" dirty="0"/>
              <a:t> e Landis)</a:t>
            </a:r>
          </a:p>
        </p:txBody>
      </p:sp>
    </p:spTree>
    <p:extLst>
      <p:ext uri="{BB962C8B-B14F-4D97-AF65-F5344CB8AC3E}">
        <p14:creationId xmlns:p14="http://schemas.microsoft.com/office/powerpoint/2010/main" val="140578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517C0-D810-8709-1665-3E8E4326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800E5C1-8FC2-354C-E373-5B980C65F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66" y="-1"/>
            <a:ext cx="11680723" cy="63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3F05830-AEE0-52BB-967D-09A00CA96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6" y="88489"/>
            <a:ext cx="11330879" cy="618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1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195D9-BAD4-7790-85B6-2100659D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51B8169-8625-64FF-10AE-D59B992BD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371"/>
            <a:ext cx="12060109" cy="657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8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ABCBD0-6301-C1F2-D006-8EE8147B9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289270" cy="675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332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12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Árvores Balanceadas AVL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1</cp:revision>
  <dcterms:created xsi:type="dcterms:W3CDTF">2026-05-04T17:36:14Z</dcterms:created>
  <dcterms:modified xsi:type="dcterms:W3CDTF">2026-05-04T20:43:28Z</dcterms:modified>
</cp:coreProperties>
</file>